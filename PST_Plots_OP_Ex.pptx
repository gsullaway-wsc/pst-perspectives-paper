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18777-7CE8-6AD2-C3BA-72F34A1BA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68D65-C2CA-D191-4A5B-B2C35F255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92C86-E931-6D68-31AD-9E3DBCCAF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1070-FC69-7346-96B1-50D36BCAB7E5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68F58-8DEE-3CF6-4486-44C3EBEE9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F43A0-3B38-FC81-84FB-BAFF983FF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82FD-3514-484D-8D37-07E7A8343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731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B16AC-F8A6-DBEC-BEFA-1A83B1B36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58858-E412-7FF9-572D-6760645FF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6F102-4ECC-EA83-DE15-477C1CD7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1070-FC69-7346-96B1-50D36BCAB7E5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A42FE-08B5-1A1B-9720-03CC77A7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A8E17-F263-7B13-2818-B3BA6BF33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82FD-3514-484D-8D37-07E7A8343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2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6F89A-50B5-C211-FDE7-9D69187E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8F1BD-41AD-01B3-C685-DB33CBD8D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DABA0-A75D-4531-29D0-8F34662F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1070-FC69-7346-96B1-50D36BCAB7E5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52BD6-B01B-1273-5390-A51E9586B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8EF80-3348-4893-1544-4178A10F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82FD-3514-484D-8D37-07E7A8343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02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81FF6-4E19-D637-E32A-2FD7E860B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DA252-8BE7-31CC-12EE-08646358E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1760C-E115-BB63-CF6E-0B436BC7C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961BD-1106-DE1C-EF41-9C5ACD1F0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1070-FC69-7346-96B1-50D36BCAB7E5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C0261-6933-3770-B18A-A48A44C24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6FB86-B2D3-BA8E-4F64-B14DAAA3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82FD-3514-484D-8D37-07E7A8343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7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F4D0-F858-20CE-E416-EA66A5511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5BD6F-7EFD-59E4-2E03-88D15354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25D6F-CC35-FA7C-9742-B6A224C37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6252E-CB66-38BA-5D42-A618B560E5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557282-9E01-402E-FF2B-C5697CF083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BB90BF-986C-F532-82D6-3CBC4C65A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1070-FC69-7346-96B1-50D36BCAB7E5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0C4230-A90B-A025-F1DD-4B9D7CA51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A4D97-87CE-2D73-6977-B9CD204E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82FD-3514-484D-8D37-07E7A8343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30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6A916-3104-B2B4-613C-364A12D84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21A09E-40C1-017A-9BA5-93EB3B5BE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1070-FC69-7346-96B1-50D36BCAB7E5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A96BE8-A67D-F96B-2117-903297A31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9BE8E1-66DB-B25A-F6FE-5F7C0E0C3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82FD-3514-484D-8D37-07E7A8343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410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34282-6543-61F9-946D-DA3421B76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1070-FC69-7346-96B1-50D36BCAB7E5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6F1ED7-571F-698D-D20A-09B3CC892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A1912-4C30-1C20-3A61-E7110B95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82FD-3514-484D-8D37-07E7A8343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52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303BC-9427-3A1F-F733-F27167AAE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4B61E-1AAD-BFD3-DBB7-3FD20490D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9536A-4D4E-323B-2717-DDE641DAC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18422-D95D-E1F0-6118-612DD7A2B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1070-FC69-7346-96B1-50D36BCAB7E5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3DD5F-C633-DC1D-FE0F-023871A52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9528B-9860-1B88-9425-122C30F9F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82FD-3514-484D-8D37-07E7A8343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01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3C7F5-92A0-7C14-66E8-6C3EC24B0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1FC0BB-A45B-72A0-E630-3A29356909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E9E9D-2117-1902-54CE-C79B18473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62B19-C8C5-8A9B-6D83-DD5B8A9C5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1070-FC69-7346-96B1-50D36BCAB7E5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F2387-3F6F-6C0E-761E-E4A9ECB4F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03DC3-FBF0-7DED-3D44-005B8CE2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82FD-3514-484D-8D37-07E7A8343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20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0E367-9A82-B78F-5F82-DAD3870AD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D2D71-A6CD-B0B2-1FA7-06AD5D5A0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DCC04-3AB7-67B9-4C18-E3F829438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1070-FC69-7346-96B1-50D36BCAB7E5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030A7-2C82-89D0-5B4A-6AC9B64A2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2F80C-27CA-D4A0-1DD7-E2E8BEBAF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82FD-3514-484D-8D37-07E7A8343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63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58B716-B065-2E97-09EB-D5F361C939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A8BD17-90A0-5EEB-9053-2F94FEF7E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D6BEA-1453-D99C-91E3-F99AF1D2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1070-FC69-7346-96B1-50D36BCAB7E5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BAB8F-2FC2-DF3D-04B6-C16C25C59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3E7D1-96F4-F365-12FF-B652CA2C1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82FD-3514-484D-8D37-07E7A8343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538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EE9C8-9209-63A7-5B01-96D66EA8B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0EC01-010D-9543-1A53-E41CE4ADC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45A69-7597-E305-8CC4-679CFBC79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C1070-FC69-7346-96B1-50D36BCAB7E5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E5498-652B-39D5-77CD-C06027149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4C89C-7A5F-7554-5B18-861C26C28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C082FD-3514-484D-8D37-07E7A8343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41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FBE51-8633-823A-7559-65DCC1517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EFB50-40DF-8467-0EB8-B1C3C3C07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2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5EE69B-4CEF-CB8B-AAFA-FC0D92CF9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827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Genoa Sullaway</dc:creator>
  <cp:lastModifiedBy>Genoa Sullaway</cp:lastModifiedBy>
  <cp:revision>2</cp:revision>
  <dcterms:created xsi:type="dcterms:W3CDTF">2026-01-28T16:25:33Z</dcterms:created>
  <dcterms:modified xsi:type="dcterms:W3CDTF">2026-01-28T16:26:19Z</dcterms:modified>
</cp:coreProperties>
</file>