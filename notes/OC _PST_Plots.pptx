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13"/>
    <p:restoredTop sz="94634"/>
  </p:normalViewPr>
  <p:slideViewPr>
    <p:cSldViewPr snapToGrid="0">
      <p:cViewPr varScale="1">
        <p:scale>
          <a:sx n="121" d="100"/>
          <a:sy n="121" d="100"/>
        </p:scale>
        <p:origin x="176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719DB-0272-156E-2EE9-836AC99B19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0BB750-5359-1AEB-D8C1-9FC7ED0DFB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A96ED-A9C6-26F8-2C51-017543633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A8CD2-E07B-FB4E-891D-C498727D8ED7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E473F-B330-312C-D53C-4DB081A56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CDDE0-EF5D-DBB5-E800-BE161B74A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C5AF2-5FD8-094F-9FFF-40862C84D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458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D23D5-0467-4BCC-1859-96D943C94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543E6-A344-A5E8-5A2F-EA550A6C9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AAED1-1B01-8626-1A3C-D857E1C71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A8CD2-E07B-FB4E-891D-C498727D8ED7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B62C9D-5AF3-B69B-BD6B-18BE4FAD2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AA3CE-3EA1-199D-F690-A8751C8FD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C5AF2-5FD8-094F-9FFF-40862C84D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094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3054F-B518-72D1-27F8-046CCB363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60963-C994-7FAB-647B-CBC327F30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15DB3-5790-B273-C549-425EB52D7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A8CD2-E07B-FB4E-891D-C498727D8ED7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FDC2C-84D5-F3A2-3D1D-140861E16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86744-A0BC-4743-FBB2-B34C27628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C5AF2-5FD8-094F-9FFF-40862C84D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942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6E8A8-2484-6BBA-C29B-8C0D4622E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5BD17-35B0-2EB0-41CD-401456927A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6B50E2-2C89-53B8-7D44-084CB96609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BD8122-27F3-C132-A0EA-C5D5DD915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A8CD2-E07B-FB4E-891D-C498727D8ED7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8CCCA7-7661-7835-8A56-406A30AA2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705E2C-DA76-7A72-06A2-1DAAFA97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C5AF2-5FD8-094F-9FFF-40862C84D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470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C774A-6F39-F38B-D478-4BD3E4C92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BFD9-4189-8FAA-C393-CD1170AE1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495007-9D85-00E9-C46C-1FC33558D6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8DFC49-10E4-6204-0F3D-660B0AE205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49839-2BCB-9F7B-DC79-93A6A20EC5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B206A6-C84D-7514-21D7-3BB7083DD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A8CD2-E07B-FB4E-891D-C498727D8ED7}" type="datetimeFigureOut">
              <a:rPr lang="en-US" smtClean="0"/>
              <a:t>6/4/26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CB66EC-A59F-88B8-21A3-55FE0C601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16F299-F5CD-91DF-AA5E-C9AE7FA0C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C5AF2-5FD8-094F-9FFF-40862C84D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882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C8F86-E232-55DE-78CB-ADA4A002F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2870E9-8803-3012-EC0F-6234862A0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A8CD2-E07B-FB4E-891D-C498727D8ED7}" type="datetimeFigureOut">
              <a:rPr lang="en-US" smtClean="0"/>
              <a:t>6/4/26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FF4494-EA57-FD34-7964-06F274848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FDAB10-EA95-5177-642C-A0AE97F1C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C5AF2-5FD8-094F-9FFF-40862C84D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280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FA7334-9098-9A07-4EB0-09BA66D10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A8CD2-E07B-FB4E-891D-C498727D8ED7}" type="datetimeFigureOut">
              <a:rPr lang="en-US" smtClean="0"/>
              <a:t>6/4/26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E271AA-20F6-57A1-F471-B9FD9F509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BC838-EC52-8A37-BA3E-70FA124B8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C5AF2-5FD8-094F-9FFF-40862C84D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66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CD7B5-3445-A39E-2F61-7A58DDAB0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D014C-FB66-666B-DB12-A43B86578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16D4A8-B473-7F82-5E1E-0641B01585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CB2FF-2C06-4E3B-E84D-CAFF2FF81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A8CD2-E07B-FB4E-891D-C498727D8ED7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D3FEF1-41F5-A190-7EBB-FB906588C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32F63D-4374-6D71-77B6-622679844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C5AF2-5FD8-094F-9FFF-40862C84D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189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79036-FDE8-582B-C5C2-DD5A2CD26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B31C61-4486-72DC-7F98-DDC4E4DC68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4B9C88-7606-63F5-58F7-9F258DD6E6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7BBFB1-0CAC-C62C-6483-CCC076520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A8CD2-E07B-FB4E-891D-C498727D8ED7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59BD7D-3BA3-B089-47A8-A30376E52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F3103D-716A-87F1-5B70-E43B278B9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C5AF2-5FD8-094F-9FFF-40862C84D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63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F0ACD-F899-3BDE-74A2-1E3260700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6D8683-74AB-CD2D-0D4B-ECD6EE80C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E5A69-70C1-F0B7-1F6B-3D03CAA21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A8CD2-E07B-FB4E-891D-C498727D8ED7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C9BCB-8EF8-FFF2-B882-5CB9DA756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FDDDC-8BA5-1B16-9488-29FF4E0BA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C5AF2-5FD8-094F-9FFF-40862C84D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632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98DCFA-A30F-D903-0489-D9787323BC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AD20DC-05BC-5F8F-B451-B6C96B71C3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5B3DC-79A9-B2B8-F95E-810678B60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A8CD2-E07B-FB4E-891D-C498727D8ED7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A0498-C0D8-B16F-C287-943D4AF98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14CE8-7BAF-57C8-7698-E554420A8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C5AF2-5FD8-094F-9FFF-40862C84D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315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C61032-E2F4-3997-3757-F457183F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1D2B8-34DC-152C-9116-3E60EAEF1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6BE49-ABC6-4087-0D94-BAE60438A1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EA8CD2-E07B-FB4E-891D-C498727D8ED7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12833-34D6-1CE9-91A9-CF0FE4CBBD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B3085-520D-A83E-201C-9A5BD2CE17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3C5AF2-5FD8-094F-9FFF-40862C84D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547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fw.state.or.us/news/2018/09_september/091718.asp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31991C-2DB6-27B2-D524-FBBC765AC5FB}"/>
              </a:ext>
            </a:extLst>
          </p:cNvPr>
          <p:cNvSpPr txBox="1"/>
          <p:nvPr/>
        </p:nvSpPr>
        <p:spPr>
          <a:xfrm>
            <a:off x="189186" y="89582"/>
            <a:ext cx="1172991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Press Reslease: https://www.dfw.state.or.us/news/2018/09_september/091718.asp</a:t>
            </a:r>
            <a:endParaRPr lang="en-US" dirty="0"/>
          </a:p>
          <a:p>
            <a:r>
              <a:rPr lang="en-US" dirty="0"/>
              <a:t>Under the agreement which starts in 2019 ODFW says: </a:t>
            </a:r>
          </a:p>
          <a:p>
            <a:pPr marL="285750" indent="-285750">
              <a:buFontTx/>
              <a:buChar char="-"/>
            </a:pPr>
            <a:r>
              <a:rPr lang="en-US" dirty="0"/>
              <a:t>Catches of Chinook in southeast Alaska will be reduced by up to 7.5 percent from recent levels when poor Chinook returns are expected. </a:t>
            </a:r>
          </a:p>
          <a:p>
            <a:pPr marL="285750" indent="-285750">
              <a:buFontTx/>
              <a:buChar char="-"/>
            </a:pPr>
            <a:r>
              <a:rPr lang="en-US" dirty="0"/>
              <a:t>Canada will reduce Chinook catches by up to 12.5 percent under these conditions. 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 agreement also includes provisions in other west coast fisheries to ensure that harvests remain strongly tied to stock conservation objectives. </a:t>
            </a:r>
          </a:p>
          <a:p>
            <a:pPr marL="285750" indent="-285750">
              <a:buFontTx/>
              <a:buChar char="-"/>
            </a:pPr>
            <a:r>
              <a:rPr lang="en-US" dirty="0"/>
              <a:t>As a result of these fishery changes, abundances of several Chinook stocks returning to Oregon waters will increase.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8EA4B9-4660-5CAF-2488-444D03CE67BB}"/>
              </a:ext>
            </a:extLst>
          </p:cNvPr>
          <p:cNvSpPr txBox="1"/>
          <p:nvPr/>
        </p:nvSpPr>
        <p:spPr>
          <a:xfrm>
            <a:off x="1229710" y="3426372"/>
            <a:ext cx="86914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Siuslaw has not met PST escapement goal</a:t>
            </a:r>
          </a:p>
          <a:p>
            <a:pPr marL="285750" indent="-285750">
              <a:buFontTx/>
              <a:buChar char="-"/>
            </a:pPr>
            <a:r>
              <a:rPr lang="en-US" dirty="0"/>
              <a:t>Coquille has very low abundances since 2019, but there is no PST escapement goal</a:t>
            </a:r>
          </a:p>
          <a:p>
            <a:pPr marL="285750" indent="-285750">
              <a:buFontTx/>
              <a:buChar char="-"/>
            </a:pPr>
            <a:r>
              <a:rPr lang="en-US" dirty="0"/>
              <a:t>Nehalem, multiple years of not meeting PST escapement since 2019 </a:t>
            </a:r>
          </a:p>
        </p:txBody>
      </p:sp>
    </p:spTree>
    <p:extLst>
      <p:ext uri="{BB962C8B-B14F-4D97-AF65-F5344CB8AC3E}">
        <p14:creationId xmlns:p14="http://schemas.microsoft.com/office/powerpoint/2010/main" val="3067872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0C196-E1CF-F538-1B45-2B972547C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- Total run size has decreased since 2019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D0A5E-5D1F-DB76-1C4C-14568A2AA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124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42CCA-7A95-6779-7658-53B3FAE7E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catch has decreased since 2019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77392-03AB-7D4F-209D-EDCA53614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021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1028B-FCC4-D45D-D3FD-3F3143CBF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413" y="365125"/>
            <a:ext cx="11676993" cy="2336034"/>
          </a:xfrm>
        </p:spPr>
        <p:txBody>
          <a:bodyPr>
            <a:normAutofit fontScale="90000"/>
          </a:bodyPr>
          <a:lstStyle/>
          <a:p>
            <a:r>
              <a:rPr lang="en-US" dirty="0"/>
              <a:t>-Exploitation rates have stayed the same or increased. </a:t>
            </a:r>
            <a:br>
              <a:rPr lang="en-US" dirty="0"/>
            </a:br>
            <a:r>
              <a:rPr lang="en-US" dirty="0"/>
              <a:t>-PST reductions in total catch have no effect on population health when run sizes decrease, rather ER has the </a:t>
            </a:r>
            <a:r>
              <a:rPr lang="en-US"/>
              <a:t>greatest impact.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038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196</Words>
  <Application>Microsoft Macintosh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- Total run size has decreased since 2019</vt:lpstr>
      <vt:lpstr>Total catch has decreased since 2019</vt:lpstr>
      <vt:lpstr>-Exploitation rates have stayed the same or increased.  -PST reductions in total catch have no effect on population health when run sizes decrease, rather ER has the greatest impact.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Genoa Sullaway</dc:creator>
  <cp:lastModifiedBy>Genoa Sullaway</cp:lastModifiedBy>
  <cp:revision>2</cp:revision>
  <dcterms:created xsi:type="dcterms:W3CDTF">2026-06-04T21:14:43Z</dcterms:created>
  <dcterms:modified xsi:type="dcterms:W3CDTF">2026-06-04T21:27:05Z</dcterms:modified>
</cp:coreProperties>
</file>