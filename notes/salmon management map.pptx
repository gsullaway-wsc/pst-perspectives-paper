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85"/>
    <p:restoredTop sz="94658"/>
  </p:normalViewPr>
  <p:slideViewPr>
    <p:cSldViewPr snapToGrid="0">
      <p:cViewPr varScale="1">
        <p:scale>
          <a:sx n="82" d="100"/>
          <a:sy n="82" d="100"/>
        </p:scale>
        <p:origin x="37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2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00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3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4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9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0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4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0F954-0B73-2D46-BECB-F4A3A76E029D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831DB-9B42-D34A-9F76-D24DE7C5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5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the pacific salmon management&#10;&#10;AI-generated content may be incorrect.">
            <a:extLst>
              <a:ext uri="{FF2B5EF4-FFF2-40B4-BE49-F238E27FC236}">
                <a16:creationId xmlns:a16="http://schemas.microsoft.com/office/drawing/2014/main" id="{D8107D29-94A5-09A6-D80F-E66A4B835F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67" b="19915"/>
          <a:stretch>
            <a:fillRect/>
          </a:stretch>
        </p:blipFill>
        <p:spPr>
          <a:xfrm>
            <a:off x="0" y="604435"/>
            <a:ext cx="7772400" cy="7904136"/>
          </a:xfrm>
          <a:prstGeom prst="rect">
            <a:avLst/>
          </a:prstGeom>
        </p:spPr>
      </p:pic>
      <p:sp>
        <p:nvSpPr>
          <p:cNvPr id="14" name="Left Bracket 13">
            <a:extLst>
              <a:ext uri="{FF2B5EF4-FFF2-40B4-BE49-F238E27FC236}">
                <a16:creationId xmlns:a16="http://schemas.microsoft.com/office/drawing/2014/main" id="{65ED4BB5-5E55-7A90-83D1-B27A291531DC}"/>
              </a:ext>
            </a:extLst>
          </p:cNvPr>
          <p:cNvSpPr/>
          <p:nvPr/>
        </p:nvSpPr>
        <p:spPr>
          <a:xfrm>
            <a:off x="3316555" y="3739978"/>
            <a:ext cx="203885" cy="300681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5890A0-494C-D54C-464D-00338271F82D}"/>
              </a:ext>
            </a:extLst>
          </p:cNvPr>
          <p:cNvSpPr txBox="1"/>
          <p:nvPr/>
        </p:nvSpPr>
        <p:spPr>
          <a:xfrm>
            <a:off x="661382" y="5029200"/>
            <a:ext cx="2665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Transboundary: Pacific Salmon Treaty</a:t>
            </a:r>
          </a:p>
          <a:p>
            <a:r>
              <a:rPr lang="en-US" sz="1200" dirty="0"/>
              <a:t>Adjustment Scale: Decadal</a:t>
            </a: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D4297823-3702-25C9-6610-316362AFE671}"/>
              </a:ext>
            </a:extLst>
          </p:cNvPr>
          <p:cNvSpPr/>
          <p:nvPr/>
        </p:nvSpPr>
        <p:spPr>
          <a:xfrm>
            <a:off x="5535872" y="5382741"/>
            <a:ext cx="203885" cy="1910425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6E02CB-D198-072A-0DA8-AD42DA2F30FE}"/>
              </a:ext>
            </a:extLst>
          </p:cNvPr>
          <p:cNvSpPr txBox="1"/>
          <p:nvPr/>
        </p:nvSpPr>
        <p:spPr>
          <a:xfrm>
            <a:off x="3425207" y="5530394"/>
            <a:ext cx="2167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PNW Regional: Pacific Fishery Management Council </a:t>
            </a:r>
          </a:p>
          <a:p>
            <a:r>
              <a:rPr lang="en-US" sz="1200" dirty="0"/>
              <a:t>Adjustment Scale: Annual</a:t>
            </a:r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AF21F5F9-0E3A-E715-FC33-A36DECFE6789}"/>
              </a:ext>
            </a:extLst>
          </p:cNvPr>
          <p:cNvSpPr/>
          <p:nvPr/>
        </p:nvSpPr>
        <p:spPr>
          <a:xfrm>
            <a:off x="5365038" y="4177145"/>
            <a:ext cx="203885" cy="1115285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24C2C7-DFAB-8408-F9E9-A82EFD36D32E}"/>
              </a:ext>
            </a:extLst>
          </p:cNvPr>
          <p:cNvSpPr txBox="1"/>
          <p:nvPr/>
        </p:nvSpPr>
        <p:spPr>
          <a:xfrm>
            <a:off x="3449879" y="4270674"/>
            <a:ext cx="19524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BC Regional: B.C. Salmon Integrated Fisheries Management Plan (IFMP) </a:t>
            </a:r>
          </a:p>
          <a:p>
            <a:r>
              <a:rPr lang="en-US" sz="1200" dirty="0"/>
              <a:t>Adjustment Scale: Annual</a:t>
            </a:r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44A3DA2F-6F58-A8DF-8046-589C8BE4F33B}"/>
              </a:ext>
            </a:extLst>
          </p:cNvPr>
          <p:cNvSpPr/>
          <p:nvPr/>
        </p:nvSpPr>
        <p:spPr>
          <a:xfrm>
            <a:off x="3785658" y="1187110"/>
            <a:ext cx="203885" cy="289197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A74087-5113-9281-F68A-9DBA69D3126E}"/>
              </a:ext>
            </a:extLst>
          </p:cNvPr>
          <p:cNvSpPr txBox="1"/>
          <p:nvPr/>
        </p:nvSpPr>
        <p:spPr>
          <a:xfrm>
            <a:off x="1630497" y="2968521"/>
            <a:ext cx="2232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Alaska Regional: Board of Fish </a:t>
            </a:r>
          </a:p>
          <a:p>
            <a:r>
              <a:rPr lang="en-US" sz="1200" dirty="0"/>
              <a:t>Adjustment Scale: Annual </a:t>
            </a:r>
          </a:p>
        </p:txBody>
      </p:sp>
    </p:spTree>
    <p:extLst>
      <p:ext uri="{BB962C8B-B14F-4D97-AF65-F5344CB8AC3E}">
        <p14:creationId xmlns:p14="http://schemas.microsoft.com/office/powerpoint/2010/main" val="2886845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1029</TotalTime>
  <Words>49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Genoa Sullaway</dc:creator>
  <cp:lastModifiedBy>Genoa Sullaway</cp:lastModifiedBy>
  <cp:revision>3</cp:revision>
  <dcterms:created xsi:type="dcterms:W3CDTF">2026-03-17T23:19:22Z</dcterms:created>
  <dcterms:modified xsi:type="dcterms:W3CDTF">2026-03-18T21:44:21Z</dcterms:modified>
</cp:coreProperties>
</file>