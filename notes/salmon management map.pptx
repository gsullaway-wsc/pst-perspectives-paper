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</p:sldIdLst>
  <p:sldSz cx="7772400" cy="100584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185"/>
    <p:restoredTop sz="94658"/>
  </p:normalViewPr>
  <p:slideViewPr>
    <p:cSldViewPr snapToGrid="0">
      <p:cViewPr>
        <p:scale>
          <a:sx n="112" d="100"/>
          <a:sy n="112" d="100"/>
        </p:scale>
        <p:origin x="3072" y="-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2930" y="1646133"/>
            <a:ext cx="6606540" cy="3501813"/>
          </a:xfrm>
        </p:spPr>
        <p:txBody>
          <a:bodyPr anchor="b"/>
          <a:lstStyle>
            <a:lvl1pPr algn="ctr">
              <a:defRPr sz="51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71550" y="5282989"/>
            <a:ext cx="5829300" cy="2428451"/>
          </a:xfrm>
        </p:spPr>
        <p:txBody>
          <a:bodyPr/>
          <a:lstStyle>
            <a:lvl1pPr marL="0" indent="0" algn="ctr">
              <a:buNone/>
              <a:defRPr sz="2040"/>
            </a:lvl1pPr>
            <a:lvl2pPr marL="388620" indent="0" algn="ctr">
              <a:buNone/>
              <a:defRPr sz="1700"/>
            </a:lvl2pPr>
            <a:lvl3pPr marL="777240" indent="0" algn="ctr">
              <a:buNone/>
              <a:defRPr sz="1530"/>
            </a:lvl3pPr>
            <a:lvl4pPr marL="1165860" indent="0" algn="ctr">
              <a:buNone/>
              <a:defRPr sz="1360"/>
            </a:lvl4pPr>
            <a:lvl5pPr marL="1554480" indent="0" algn="ctr">
              <a:buNone/>
              <a:defRPr sz="1360"/>
            </a:lvl5pPr>
            <a:lvl6pPr marL="1943100" indent="0" algn="ctr">
              <a:buNone/>
              <a:defRPr sz="1360"/>
            </a:lvl6pPr>
            <a:lvl7pPr marL="2331720" indent="0" algn="ctr">
              <a:buNone/>
              <a:defRPr sz="1360"/>
            </a:lvl7pPr>
            <a:lvl8pPr marL="2720340" indent="0" algn="ctr">
              <a:buNone/>
              <a:defRPr sz="1360"/>
            </a:lvl8pPr>
            <a:lvl9pPr marL="3108960" indent="0" algn="ctr">
              <a:buNone/>
              <a:defRPr sz="136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0F954-0B73-2D46-BECB-F4A3A76E029D}" type="datetimeFigureOut">
              <a:rPr lang="en-US" smtClean="0"/>
              <a:t>3/31/26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F831DB-9B42-D34A-9F76-D24DE7C5EF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71267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0F954-0B73-2D46-BECB-F4A3A76E029D}" type="datetimeFigureOut">
              <a:rPr lang="en-US" smtClean="0"/>
              <a:t>3/31/26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F831DB-9B42-D34A-9F76-D24DE7C5EF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43351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0305" y="2507618"/>
            <a:ext cx="6703695" cy="4184014"/>
          </a:xfrm>
        </p:spPr>
        <p:txBody>
          <a:bodyPr anchor="b"/>
          <a:lstStyle>
            <a:lvl1pPr>
              <a:defRPr sz="51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0305" y="6731215"/>
            <a:ext cx="6703695" cy="2200274"/>
          </a:xfrm>
        </p:spPr>
        <p:txBody>
          <a:bodyPr/>
          <a:lstStyle>
            <a:lvl1pPr marL="0" indent="0">
              <a:buNone/>
              <a:defRPr sz="2040">
                <a:solidFill>
                  <a:schemeClr val="tx1">
                    <a:tint val="82000"/>
                  </a:schemeClr>
                </a:solidFill>
              </a:defRPr>
            </a:lvl1pPr>
            <a:lvl2pPr marL="388620" indent="0">
              <a:buNone/>
              <a:defRPr sz="1700">
                <a:solidFill>
                  <a:schemeClr val="tx1">
                    <a:tint val="82000"/>
                  </a:schemeClr>
                </a:solidFill>
              </a:defRPr>
            </a:lvl2pPr>
            <a:lvl3pPr marL="777240" indent="0">
              <a:buNone/>
              <a:defRPr sz="1530">
                <a:solidFill>
                  <a:schemeClr val="tx1">
                    <a:tint val="82000"/>
                  </a:schemeClr>
                </a:solidFill>
              </a:defRPr>
            </a:lvl3pPr>
            <a:lvl4pPr marL="116586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4pPr>
            <a:lvl5pPr marL="155448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5pPr>
            <a:lvl6pPr marL="194310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6pPr>
            <a:lvl7pPr marL="233172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7pPr>
            <a:lvl8pPr marL="272034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8pPr>
            <a:lvl9pPr marL="310896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0F954-0B73-2D46-BECB-F4A3A76E029D}" type="datetimeFigureOut">
              <a:rPr lang="en-US" smtClean="0"/>
              <a:t>3/31/26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F831DB-9B42-D34A-9F76-D24DE7C5EF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41007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4353" y="2677584"/>
            <a:ext cx="3303270" cy="63819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934778" y="2677584"/>
            <a:ext cx="3303270" cy="63819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0F954-0B73-2D46-BECB-F4A3A76E029D}" type="datetimeFigureOut">
              <a:rPr lang="en-US" smtClean="0"/>
              <a:t>3/31/26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F831DB-9B42-D34A-9F76-D24DE7C5EF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5662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5" y="535519"/>
            <a:ext cx="6703695" cy="194415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5366" y="2465706"/>
            <a:ext cx="3288089" cy="1208404"/>
          </a:xfrm>
        </p:spPr>
        <p:txBody>
          <a:bodyPr anchor="b"/>
          <a:lstStyle>
            <a:lvl1pPr marL="0" indent="0">
              <a:buNone/>
              <a:defRPr sz="2040" b="1"/>
            </a:lvl1pPr>
            <a:lvl2pPr marL="388620" indent="0">
              <a:buNone/>
              <a:defRPr sz="1700" b="1"/>
            </a:lvl2pPr>
            <a:lvl3pPr marL="777240" indent="0">
              <a:buNone/>
              <a:defRPr sz="1530" b="1"/>
            </a:lvl3pPr>
            <a:lvl4pPr marL="1165860" indent="0">
              <a:buNone/>
              <a:defRPr sz="1360" b="1"/>
            </a:lvl4pPr>
            <a:lvl5pPr marL="1554480" indent="0">
              <a:buNone/>
              <a:defRPr sz="1360" b="1"/>
            </a:lvl5pPr>
            <a:lvl6pPr marL="1943100" indent="0">
              <a:buNone/>
              <a:defRPr sz="1360" b="1"/>
            </a:lvl6pPr>
            <a:lvl7pPr marL="2331720" indent="0">
              <a:buNone/>
              <a:defRPr sz="1360" b="1"/>
            </a:lvl7pPr>
            <a:lvl8pPr marL="2720340" indent="0">
              <a:buNone/>
              <a:defRPr sz="1360" b="1"/>
            </a:lvl8pPr>
            <a:lvl9pPr marL="3108960" indent="0">
              <a:buNone/>
              <a:defRPr sz="1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5366" y="3674110"/>
            <a:ext cx="3288089" cy="5404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34778" y="2465706"/>
            <a:ext cx="3304282" cy="1208404"/>
          </a:xfrm>
        </p:spPr>
        <p:txBody>
          <a:bodyPr anchor="b"/>
          <a:lstStyle>
            <a:lvl1pPr marL="0" indent="0">
              <a:buNone/>
              <a:defRPr sz="2040" b="1"/>
            </a:lvl1pPr>
            <a:lvl2pPr marL="388620" indent="0">
              <a:buNone/>
              <a:defRPr sz="1700" b="1"/>
            </a:lvl2pPr>
            <a:lvl3pPr marL="777240" indent="0">
              <a:buNone/>
              <a:defRPr sz="1530" b="1"/>
            </a:lvl3pPr>
            <a:lvl4pPr marL="1165860" indent="0">
              <a:buNone/>
              <a:defRPr sz="1360" b="1"/>
            </a:lvl4pPr>
            <a:lvl5pPr marL="1554480" indent="0">
              <a:buNone/>
              <a:defRPr sz="1360" b="1"/>
            </a:lvl5pPr>
            <a:lvl6pPr marL="1943100" indent="0">
              <a:buNone/>
              <a:defRPr sz="1360" b="1"/>
            </a:lvl6pPr>
            <a:lvl7pPr marL="2331720" indent="0">
              <a:buNone/>
              <a:defRPr sz="1360" b="1"/>
            </a:lvl7pPr>
            <a:lvl8pPr marL="2720340" indent="0">
              <a:buNone/>
              <a:defRPr sz="1360" b="1"/>
            </a:lvl8pPr>
            <a:lvl9pPr marL="3108960" indent="0">
              <a:buNone/>
              <a:defRPr sz="1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934778" y="3674110"/>
            <a:ext cx="3304282" cy="5404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0F954-0B73-2D46-BECB-F4A3A76E029D}" type="datetimeFigureOut">
              <a:rPr lang="en-US" smtClean="0"/>
              <a:t>3/31/26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F831DB-9B42-D34A-9F76-D24DE7C5EF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9936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0F954-0B73-2D46-BECB-F4A3A76E029D}" type="datetimeFigureOut">
              <a:rPr lang="en-US" smtClean="0"/>
              <a:t>3/31/26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F831DB-9B42-D34A-9F76-D24DE7C5EF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87435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0F954-0B73-2D46-BECB-F4A3A76E029D}" type="datetimeFigureOut">
              <a:rPr lang="en-US" smtClean="0"/>
              <a:t>3/31/26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F831DB-9B42-D34A-9F76-D24DE7C5EF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19934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5" y="670560"/>
            <a:ext cx="2506801" cy="2346960"/>
          </a:xfrm>
        </p:spPr>
        <p:txBody>
          <a:bodyPr anchor="b"/>
          <a:lstStyle>
            <a:lvl1pPr>
              <a:defRPr sz="27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4282" y="1448226"/>
            <a:ext cx="3934778" cy="7147983"/>
          </a:xfrm>
        </p:spPr>
        <p:txBody>
          <a:bodyPr/>
          <a:lstStyle>
            <a:lvl1pPr>
              <a:defRPr sz="2720"/>
            </a:lvl1pPr>
            <a:lvl2pPr>
              <a:defRPr sz="2380"/>
            </a:lvl2pPr>
            <a:lvl3pPr>
              <a:defRPr sz="204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5365" y="3017520"/>
            <a:ext cx="2506801" cy="5590329"/>
          </a:xfrm>
        </p:spPr>
        <p:txBody>
          <a:bodyPr/>
          <a:lstStyle>
            <a:lvl1pPr marL="0" indent="0">
              <a:buNone/>
              <a:defRPr sz="1360"/>
            </a:lvl1pPr>
            <a:lvl2pPr marL="388620" indent="0">
              <a:buNone/>
              <a:defRPr sz="1190"/>
            </a:lvl2pPr>
            <a:lvl3pPr marL="777240" indent="0">
              <a:buNone/>
              <a:defRPr sz="1020"/>
            </a:lvl3pPr>
            <a:lvl4pPr marL="1165860" indent="0">
              <a:buNone/>
              <a:defRPr sz="850"/>
            </a:lvl4pPr>
            <a:lvl5pPr marL="1554480" indent="0">
              <a:buNone/>
              <a:defRPr sz="850"/>
            </a:lvl5pPr>
            <a:lvl6pPr marL="1943100" indent="0">
              <a:buNone/>
              <a:defRPr sz="850"/>
            </a:lvl6pPr>
            <a:lvl7pPr marL="2331720" indent="0">
              <a:buNone/>
              <a:defRPr sz="850"/>
            </a:lvl7pPr>
            <a:lvl8pPr marL="2720340" indent="0">
              <a:buNone/>
              <a:defRPr sz="850"/>
            </a:lvl8pPr>
            <a:lvl9pPr marL="3108960" indent="0">
              <a:buNone/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0F954-0B73-2D46-BECB-F4A3A76E029D}" type="datetimeFigureOut">
              <a:rPr lang="en-US" smtClean="0"/>
              <a:t>3/31/26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F831DB-9B42-D34A-9F76-D24DE7C5EF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89056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5" y="670560"/>
            <a:ext cx="2506801" cy="2346960"/>
          </a:xfrm>
        </p:spPr>
        <p:txBody>
          <a:bodyPr anchor="b"/>
          <a:lstStyle>
            <a:lvl1pPr>
              <a:defRPr sz="27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304282" y="1448226"/>
            <a:ext cx="3934778" cy="7147983"/>
          </a:xfrm>
        </p:spPr>
        <p:txBody>
          <a:bodyPr anchor="t"/>
          <a:lstStyle>
            <a:lvl1pPr marL="0" indent="0">
              <a:buNone/>
              <a:defRPr sz="2720"/>
            </a:lvl1pPr>
            <a:lvl2pPr marL="388620" indent="0">
              <a:buNone/>
              <a:defRPr sz="2380"/>
            </a:lvl2pPr>
            <a:lvl3pPr marL="777240" indent="0">
              <a:buNone/>
              <a:defRPr sz="2040"/>
            </a:lvl3pPr>
            <a:lvl4pPr marL="1165860" indent="0">
              <a:buNone/>
              <a:defRPr sz="1700"/>
            </a:lvl4pPr>
            <a:lvl5pPr marL="1554480" indent="0">
              <a:buNone/>
              <a:defRPr sz="1700"/>
            </a:lvl5pPr>
            <a:lvl6pPr marL="1943100" indent="0">
              <a:buNone/>
              <a:defRPr sz="1700"/>
            </a:lvl6pPr>
            <a:lvl7pPr marL="2331720" indent="0">
              <a:buNone/>
              <a:defRPr sz="1700"/>
            </a:lvl7pPr>
            <a:lvl8pPr marL="2720340" indent="0">
              <a:buNone/>
              <a:defRPr sz="1700"/>
            </a:lvl8pPr>
            <a:lvl9pPr marL="3108960" indent="0">
              <a:buNone/>
              <a:defRPr sz="17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5365" y="3017520"/>
            <a:ext cx="2506801" cy="5590329"/>
          </a:xfrm>
        </p:spPr>
        <p:txBody>
          <a:bodyPr/>
          <a:lstStyle>
            <a:lvl1pPr marL="0" indent="0">
              <a:buNone/>
              <a:defRPr sz="1360"/>
            </a:lvl1pPr>
            <a:lvl2pPr marL="388620" indent="0">
              <a:buNone/>
              <a:defRPr sz="1190"/>
            </a:lvl2pPr>
            <a:lvl3pPr marL="777240" indent="0">
              <a:buNone/>
              <a:defRPr sz="1020"/>
            </a:lvl3pPr>
            <a:lvl4pPr marL="1165860" indent="0">
              <a:buNone/>
              <a:defRPr sz="850"/>
            </a:lvl4pPr>
            <a:lvl5pPr marL="1554480" indent="0">
              <a:buNone/>
              <a:defRPr sz="850"/>
            </a:lvl5pPr>
            <a:lvl6pPr marL="1943100" indent="0">
              <a:buNone/>
              <a:defRPr sz="850"/>
            </a:lvl6pPr>
            <a:lvl7pPr marL="2331720" indent="0">
              <a:buNone/>
              <a:defRPr sz="850"/>
            </a:lvl7pPr>
            <a:lvl8pPr marL="2720340" indent="0">
              <a:buNone/>
              <a:defRPr sz="850"/>
            </a:lvl8pPr>
            <a:lvl9pPr marL="3108960" indent="0">
              <a:buNone/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0F954-0B73-2D46-BECB-F4A3A76E029D}" type="datetimeFigureOut">
              <a:rPr lang="en-US" smtClean="0"/>
              <a:t>3/31/26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F831DB-9B42-D34A-9F76-D24DE7C5EF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20443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0F954-0B73-2D46-BECB-F4A3A76E029D}" type="datetimeFigureOut">
              <a:rPr lang="en-US" smtClean="0"/>
              <a:t>3/31/26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F831DB-9B42-D34A-9F76-D24DE7C5EF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8661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562124" y="535517"/>
            <a:ext cx="1675924" cy="852402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34353" y="535517"/>
            <a:ext cx="4930616" cy="852402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0F954-0B73-2D46-BECB-F4A3A76E029D}" type="datetimeFigureOut">
              <a:rPr lang="en-US" smtClean="0"/>
              <a:t>3/31/26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F831DB-9B42-D34A-9F76-D24DE7C5EF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55558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34353" y="535519"/>
            <a:ext cx="6703695" cy="19441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4353" y="2677584"/>
            <a:ext cx="6703695" cy="6381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34353" y="9322649"/>
            <a:ext cx="1748790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BE0F954-0B73-2D46-BECB-F4A3A76E029D}" type="datetimeFigureOut">
              <a:rPr lang="en-US" smtClean="0"/>
              <a:t>3/31/26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74608" y="9322649"/>
            <a:ext cx="2623185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489258" y="9322649"/>
            <a:ext cx="1748790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DF831DB-9B42-D34A-9F76-D24DE7C5EF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57524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777240" rtl="0" eaLnBrk="1" latinLnBrk="0" hangingPunct="1">
        <a:lnSpc>
          <a:spcPct val="90000"/>
        </a:lnSpc>
        <a:spcBef>
          <a:spcPct val="0"/>
        </a:spcBef>
        <a:buNone/>
        <a:defRPr sz="37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94310" indent="-194310" algn="l" defTabSz="777240" rtl="0" eaLnBrk="1" latinLnBrk="0" hangingPunct="1">
        <a:lnSpc>
          <a:spcPct val="90000"/>
        </a:lnSpc>
        <a:spcBef>
          <a:spcPts val="850"/>
        </a:spcBef>
        <a:buFont typeface="Arial" panose="020B0604020202020204" pitchFamily="34" charset="0"/>
        <a:buChar char="•"/>
        <a:defRPr sz="2380" kern="1200">
          <a:solidFill>
            <a:schemeClr val="tx1"/>
          </a:solidFill>
          <a:latin typeface="+mn-lt"/>
          <a:ea typeface="+mn-ea"/>
          <a:cs typeface="+mn-cs"/>
        </a:defRPr>
      </a:lvl1pPr>
      <a:lvl2pPr marL="58293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2040" kern="1200">
          <a:solidFill>
            <a:schemeClr val="tx1"/>
          </a:solidFill>
          <a:latin typeface="+mn-lt"/>
          <a:ea typeface="+mn-ea"/>
          <a:cs typeface="+mn-cs"/>
        </a:defRPr>
      </a:lvl2pPr>
      <a:lvl3pPr marL="97155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3pPr>
      <a:lvl4pPr marL="136017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4pPr>
      <a:lvl5pPr marL="174879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5pPr>
      <a:lvl6pPr marL="213741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6pPr>
      <a:lvl7pPr marL="252603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7pPr>
      <a:lvl8pPr marL="291465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8pPr>
      <a:lvl9pPr marL="330327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1pPr>
      <a:lvl2pPr marL="38862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2pPr>
      <a:lvl3pPr marL="77724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3pPr>
      <a:lvl4pPr marL="116586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4pPr>
      <a:lvl5pPr marL="155448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5pPr>
      <a:lvl6pPr marL="194310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6pPr>
      <a:lvl7pPr marL="233172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7pPr>
      <a:lvl8pPr marL="272034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8pPr>
      <a:lvl9pPr marL="310896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map of the pacific salmon management&#10;&#10;AI-generated content may be incorrect.">
            <a:extLst>
              <a:ext uri="{FF2B5EF4-FFF2-40B4-BE49-F238E27FC236}">
                <a16:creationId xmlns:a16="http://schemas.microsoft.com/office/drawing/2014/main" id="{D8107D29-94A5-09A6-D80F-E66A4B835F7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9067" b="19915"/>
          <a:stretch>
            <a:fillRect/>
          </a:stretch>
        </p:blipFill>
        <p:spPr>
          <a:xfrm>
            <a:off x="0" y="604435"/>
            <a:ext cx="7772400" cy="7904136"/>
          </a:xfrm>
          <a:prstGeom prst="rect">
            <a:avLst/>
          </a:prstGeom>
        </p:spPr>
      </p:pic>
      <p:sp>
        <p:nvSpPr>
          <p:cNvPr id="14" name="Left Bracket 13">
            <a:extLst>
              <a:ext uri="{FF2B5EF4-FFF2-40B4-BE49-F238E27FC236}">
                <a16:creationId xmlns:a16="http://schemas.microsoft.com/office/drawing/2014/main" id="{65ED4BB5-5E55-7A90-83D1-B27A291531DC}"/>
              </a:ext>
            </a:extLst>
          </p:cNvPr>
          <p:cNvSpPr/>
          <p:nvPr/>
        </p:nvSpPr>
        <p:spPr>
          <a:xfrm>
            <a:off x="3213686" y="3739978"/>
            <a:ext cx="186674" cy="1750887"/>
          </a:xfrm>
          <a:prstGeom prst="leftBracket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D5890A0-494C-D54C-464D-00338271F82D}"/>
              </a:ext>
            </a:extLst>
          </p:cNvPr>
          <p:cNvSpPr txBox="1"/>
          <p:nvPr/>
        </p:nvSpPr>
        <p:spPr>
          <a:xfrm>
            <a:off x="592802" y="4320540"/>
            <a:ext cx="26654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Transboundary: Pacific Salmon Treaty</a:t>
            </a:r>
          </a:p>
          <a:p>
            <a:r>
              <a:rPr lang="en-US" sz="1200" dirty="0"/>
              <a:t>Adjustment Scale: Decadal</a:t>
            </a:r>
          </a:p>
        </p:txBody>
      </p:sp>
      <p:sp>
        <p:nvSpPr>
          <p:cNvPr id="16" name="Left Bracket 15">
            <a:extLst>
              <a:ext uri="{FF2B5EF4-FFF2-40B4-BE49-F238E27FC236}">
                <a16:creationId xmlns:a16="http://schemas.microsoft.com/office/drawing/2014/main" id="{D4297823-3702-25C9-6610-316362AFE671}"/>
              </a:ext>
            </a:extLst>
          </p:cNvPr>
          <p:cNvSpPr/>
          <p:nvPr/>
        </p:nvSpPr>
        <p:spPr>
          <a:xfrm>
            <a:off x="5535872" y="5382741"/>
            <a:ext cx="203885" cy="2332509"/>
          </a:xfrm>
          <a:prstGeom prst="leftBracket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E6E02CB-D198-072A-0DA8-AD42DA2F30FE}"/>
              </a:ext>
            </a:extLst>
          </p:cNvPr>
          <p:cNvSpPr txBox="1"/>
          <p:nvPr/>
        </p:nvSpPr>
        <p:spPr>
          <a:xfrm>
            <a:off x="3425207" y="5530394"/>
            <a:ext cx="216767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PNW Regional: Pacific Fishery Management Council </a:t>
            </a:r>
          </a:p>
          <a:p>
            <a:r>
              <a:rPr lang="en-US" sz="1200" dirty="0"/>
              <a:t>Adjustment Scale: Annual</a:t>
            </a:r>
          </a:p>
        </p:txBody>
      </p:sp>
      <p:sp>
        <p:nvSpPr>
          <p:cNvPr id="18" name="Left Bracket 17">
            <a:extLst>
              <a:ext uri="{FF2B5EF4-FFF2-40B4-BE49-F238E27FC236}">
                <a16:creationId xmlns:a16="http://schemas.microsoft.com/office/drawing/2014/main" id="{AF21F5F9-0E3A-E715-FC33-A36DECFE6789}"/>
              </a:ext>
            </a:extLst>
          </p:cNvPr>
          <p:cNvSpPr/>
          <p:nvPr/>
        </p:nvSpPr>
        <p:spPr>
          <a:xfrm>
            <a:off x="5365038" y="4177145"/>
            <a:ext cx="203885" cy="1115285"/>
          </a:xfrm>
          <a:prstGeom prst="leftBracket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524C2C7-DFAB-8408-F9E9-A82EFD36D32E}"/>
              </a:ext>
            </a:extLst>
          </p:cNvPr>
          <p:cNvSpPr txBox="1"/>
          <p:nvPr/>
        </p:nvSpPr>
        <p:spPr>
          <a:xfrm>
            <a:off x="3369869" y="4270674"/>
            <a:ext cx="211904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BC/Yukon Regional: Canadian Pacific Region Salmon Integrated Fisheries Management Plan  </a:t>
            </a:r>
          </a:p>
          <a:p>
            <a:r>
              <a:rPr lang="en-US" sz="1200" dirty="0"/>
              <a:t>Adjustment Scale: Annual</a:t>
            </a:r>
          </a:p>
        </p:txBody>
      </p:sp>
      <p:sp>
        <p:nvSpPr>
          <p:cNvPr id="20" name="Left Bracket 19">
            <a:extLst>
              <a:ext uri="{FF2B5EF4-FFF2-40B4-BE49-F238E27FC236}">
                <a16:creationId xmlns:a16="http://schemas.microsoft.com/office/drawing/2014/main" id="{44A3DA2F-6F58-A8DF-8046-589C8BE4F33B}"/>
              </a:ext>
            </a:extLst>
          </p:cNvPr>
          <p:cNvSpPr/>
          <p:nvPr/>
        </p:nvSpPr>
        <p:spPr>
          <a:xfrm>
            <a:off x="3785658" y="1187110"/>
            <a:ext cx="203885" cy="2891970"/>
          </a:xfrm>
          <a:prstGeom prst="leftBracket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3A74087-5113-9281-F68A-9DBA69D3126E}"/>
              </a:ext>
            </a:extLst>
          </p:cNvPr>
          <p:cNvSpPr txBox="1"/>
          <p:nvPr/>
        </p:nvSpPr>
        <p:spPr>
          <a:xfrm>
            <a:off x="1630497" y="2968521"/>
            <a:ext cx="22322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Alaska Regional: Board of Fish </a:t>
            </a:r>
          </a:p>
          <a:p>
            <a:r>
              <a:rPr lang="en-US" sz="1200" dirty="0"/>
              <a:t>Adjustment Scale: Annual </a:t>
            </a:r>
          </a:p>
        </p:txBody>
      </p:sp>
    </p:spTree>
    <p:extLst>
      <p:ext uri="{BB962C8B-B14F-4D97-AF65-F5344CB8AC3E}">
        <p14:creationId xmlns:p14="http://schemas.microsoft.com/office/powerpoint/2010/main" val="28868454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1033</TotalTime>
  <Words>47</Words>
  <Application>Microsoft Macintosh PowerPoint</Application>
  <PresentationFormat>Custom</PresentationFormat>
  <Paragraphs>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Genoa Sullaway</dc:creator>
  <cp:lastModifiedBy>Genoa Sullaway</cp:lastModifiedBy>
  <cp:revision>4</cp:revision>
  <dcterms:created xsi:type="dcterms:W3CDTF">2026-03-17T23:19:22Z</dcterms:created>
  <dcterms:modified xsi:type="dcterms:W3CDTF">2026-03-31T18:39:35Z</dcterms:modified>
</cp:coreProperties>
</file>